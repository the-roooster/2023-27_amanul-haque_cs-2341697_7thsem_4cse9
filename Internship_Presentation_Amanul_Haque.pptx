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pic>
        <p:nvPicPr>
          <p:cNvPr id="4" name="Image 0" descr="unpacked/word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640080"/>
            <a:ext cx="868680" cy="8412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74520" y="71323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874520" y="1042416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Science and Engineering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22960" y="23317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spc="200" kern="0" dirty="0">
                <a:solidFill>
                  <a:srgbClr val="CF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Presentation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2743200"/>
            <a:ext cx="10058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Ethical Hacking</a:t>
            </a:r>
            <a:endParaRPr lang="en-US" sz="5400" dirty="0"/>
          </a:p>
        </p:txBody>
      </p:sp>
      <p:sp>
        <p:nvSpPr>
          <p:cNvPr id="9" name="Text 6"/>
          <p:cNvSpPr/>
          <p:nvPr/>
        </p:nvSpPr>
        <p:spPr>
          <a:xfrm>
            <a:off x="822960" y="37033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F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AICTE – EduSkills Virtual Internship Program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22960" y="4672584"/>
            <a:ext cx="54864" cy="2743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8"/>
          <p:cNvSpPr/>
          <p:nvPr/>
        </p:nvSpPr>
        <p:spPr>
          <a:xfrm>
            <a:off x="1051560" y="46177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C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114800" y="46177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Amanul Haque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822960" y="5093208"/>
            <a:ext cx="54864" cy="2743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Text 11"/>
          <p:cNvSpPr/>
          <p:nvPr/>
        </p:nvSpPr>
        <p:spPr>
          <a:xfrm>
            <a:off x="1051560" y="5038344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C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Number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114800" y="5038344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[Enter Enrollment Number]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822960" y="5513832"/>
            <a:ext cx="54864" cy="2743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Text 14"/>
          <p:cNvSpPr/>
          <p:nvPr/>
        </p:nvSpPr>
        <p:spPr>
          <a:xfrm>
            <a:off x="1051560" y="545896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C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&amp; Semester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114800" y="5458968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(Cyber Security) — 7th Semester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822960" y="5934456"/>
            <a:ext cx="54864" cy="2743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0" name="Text 17"/>
          <p:cNvSpPr/>
          <p:nvPr/>
        </p:nvSpPr>
        <p:spPr>
          <a:xfrm>
            <a:off x="1051560" y="587959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C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114800" y="5879592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EduSkills Academy (AICTE National Internship Portal)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074920" cy="987552"/>
          </a:xfrm>
          <a:prstGeom prst="roundRect">
            <a:avLst>
              <a:gd name="adj" fmla="val 7407"/>
            </a:avLst>
          </a:prstGeom>
          <a:solidFill>
            <a:srgbClr val="F2F6F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09928"/>
            <a:ext cx="8229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FE8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554480" y="1709928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54480" y="2093976"/>
            <a:ext cx="3886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of the internship and the domain of ethical hacking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080760" y="1600200"/>
            <a:ext cx="5074920" cy="987552"/>
          </a:xfrm>
          <a:prstGeom prst="roundRect">
            <a:avLst>
              <a:gd name="adj" fmla="val 7407"/>
            </a:avLst>
          </a:prstGeom>
          <a:solidFill>
            <a:srgbClr val="F2F6F8"/>
          </a:solidFill>
          <a:ln/>
        </p:spPr>
      </p:sp>
      <p:sp>
        <p:nvSpPr>
          <p:cNvPr id="9" name="Text 7"/>
          <p:cNvSpPr/>
          <p:nvPr/>
        </p:nvSpPr>
        <p:spPr>
          <a:xfrm>
            <a:off x="6263640" y="1709928"/>
            <a:ext cx="8229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FE8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086600" y="1709928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Profile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086600" y="2093976"/>
            <a:ext cx="3886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EduSkills Academy and the AICTE National Internship Portal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770632"/>
            <a:ext cx="5074920" cy="987552"/>
          </a:xfrm>
          <a:prstGeom prst="roundRect">
            <a:avLst>
              <a:gd name="adj" fmla="val 7407"/>
            </a:avLst>
          </a:prstGeom>
          <a:solidFill>
            <a:srgbClr val="F2F6F8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880360"/>
            <a:ext cx="8229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FE8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554480" y="2880360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54480" y="3264408"/>
            <a:ext cx="3886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security challenge addressed and internship goals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80760" y="2770632"/>
            <a:ext cx="5074920" cy="987552"/>
          </a:xfrm>
          <a:prstGeom prst="roundRect">
            <a:avLst>
              <a:gd name="adj" fmla="val 7407"/>
            </a:avLst>
          </a:prstGeom>
          <a:solidFill>
            <a:srgbClr val="F2F6F8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2880360"/>
            <a:ext cx="8229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FE8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086600" y="2880360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Scope, Tools &amp; Technologies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086600" y="3264408"/>
            <a:ext cx="3886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Boundaries of the work and the toolkit used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941064"/>
            <a:ext cx="5074920" cy="987552"/>
          </a:xfrm>
          <a:prstGeom prst="roundRect">
            <a:avLst>
              <a:gd name="adj" fmla="val 7407"/>
            </a:avLst>
          </a:prstGeom>
          <a:solidFill>
            <a:srgbClr val="F2F6F8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050792"/>
            <a:ext cx="8229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FE8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1554480" y="4050792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554480" y="4434840"/>
            <a:ext cx="3886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Week-wise structure of the 8-week program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80760" y="3941064"/>
            <a:ext cx="5074920" cy="987552"/>
          </a:xfrm>
          <a:prstGeom prst="roundRect">
            <a:avLst>
              <a:gd name="adj" fmla="val 7407"/>
            </a:avLst>
          </a:prstGeom>
          <a:solidFill>
            <a:srgbClr val="F2F6F8"/>
          </a:solidFill>
          <a:ln/>
        </p:spPr>
      </p:sp>
      <p:sp>
        <p:nvSpPr>
          <p:cNvPr id="25" name="Text 23"/>
          <p:cNvSpPr/>
          <p:nvPr/>
        </p:nvSpPr>
        <p:spPr>
          <a:xfrm>
            <a:off x="6263640" y="4050792"/>
            <a:ext cx="8229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FE8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7086600" y="4050792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086600" y="4434840"/>
            <a:ext cx="3886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penetration-testing workflow followed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5111496"/>
            <a:ext cx="5074920" cy="987552"/>
          </a:xfrm>
          <a:prstGeom prst="roundRect">
            <a:avLst>
              <a:gd name="adj" fmla="val 7407"/>
            </a:avLst>
          </a:prstGeom>
          <a:solidFill>
            <a:srgbClr val="F2F6F8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5221224"/>
            <a:ext cx="8229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FE8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1554480" y="5221224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&amp; Certification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554480" y="5605272"/>
            <a:ext cx="3886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learnings and proof of completion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Hacking — AICTE-EduSkills Virtual Internship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4.1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675120" cy="4480560"/>
          </a:xfrm>
          <a:prstGeom prst="roundRect">
            <a:avLst>
              <a:gd name="adj" fmla="val 1633"/>
            </a:avLst>
          </a:prstGeom>
          <a:solidFill>
            <a:srgbClr val="F2F6F8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74520"/>
            <a:ext cx="6126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documents work completed during the </a:t>
            </a:r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8-week AICTE – EduSkills Virtual Internship Program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Ethical Hacking, from June to August 2026.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3246120"/>
            <a:ext cx="61264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hacking is the authorized probing of systems and networks to uncover security weaknesses before malicious actors can exploit them — a discipline growing more critical as cyberattacks increase in frequency and sophistication.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498080" y="1600200"/>
            <a:ext cx="4114800" cy="1280160"/>
          </a:xfrm>
          <a:prstGeom prst="roundRect">
            <a:avLst>
              <a:gd name="adj" fmla="val 5714"/>
            </a:avLst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7726680" y="1709928"/>
            <a:ext cx="1188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8869680" y="1709928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of structured learning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498080" y="3108960"/>
            <a:ext cx="4114800" cy="1280160"/>
          </a:xfrm>
          <a:prstGeom prst="roundRect">
            <a:avLst>
              <a:gd name="adj" fmla="val 5714"/>
            </a:avLst>
          </a:prstGeom>
          <a:solidFill>
            <a:srgbClr val="21295C"/>
          </a:solidFill>
          <a:ln/>
        </p:spPr>
      </p:sp>
      <p:sp>
        <p:nvSpPr>
          <p:cNvPr id="11" name="Text 9"/>
          <p:cNvSpPr/>
          <p:nvPr/>
        </p:nvSpPr>
        <p:spPr>
          <a:xfrm>
            <a:off x="7726680" y="3218688"/>
            <a:ext cx="1188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8869680" y="3218688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modules completed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498080" y="4617720"/>
            <a:ext cx="4114800" cy="1280160"/>
          </a:xfrm>
          <a:prstGeom prst="roundRect">
            <a:avLst>
              <a:gd name="adj" fmla="val 5714"/>
            </a:avLst>
          </a:prstGeom>
          <a:solidFill>
            <a:srgbClr val="21295C"/>
          </a:solidFill>
          <a:ln/>
        </p:spPr>
      </p:sp>
      <p:sp>
        <p:nvSpPr>
          <p:cNvPr id="14" name="Text 12"/>
          <p:cNvSpPr/>
          <p:nvPr/>
        </p:nvSpPr>
        <p:spPr>
          <a:xfrm>
            <a:off x="7726680" y="4727448"/>
            <a:ext cx="1188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8869680" y="4727448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delivered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Hacking — AICTE-EduSkills Virtual Internship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4480560"/>
            <a:ext cx="3657600" cy="365760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FD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4.2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Organization Profile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EduSkills Academy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577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ISO 9001:2015 &amp; ISO 20000-1:2018 certified skilling organization working under the theme "Nation Building Through Skills."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35204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AICTE National Internship Portal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3977640"/>
            <a:ext cx="5577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EduSkills partners with AICTE to deliver structured virtual internships to engineering students nationwide across cybersecurity, cloud, and emerging-tech domains.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949440" y="1691640"/>
            <a:ext cx="4663440" cy="868680"/>
          </a:xfrm>
          <a:prstGeom prst="roundRect">
            <a:avLst>
              <a:gd name="adj" fmla="val 8421"/>
            </a:avLst>
          </a:prstGeom>
          <a:solidFill>
            <a:srgbClr val="065A82">
              <a:alpha val="7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178040" y="17830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FD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Mode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178040" y="2093976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Virtual, self-paced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949440" y="2743200"/>
            <a:ext cx="4663440" cy="868680"/>
          </a:xfrm>
          <a:prstGeom prst="roundRect">
            <a:avLst>
              <a:gd name="adj" fmla="val 8421"/>
            </a:avLst>
          </a:prstGeom>
          <a:solidFill>
            <a:srgbClr val="065A82">
              <a:alpha val="7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7178040" y="28346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FD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178040" y="3145536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Weeks (June – Aug 2026)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949440" y="3794760"/>
            <a:ext cx="4663440" cy="868680"/>
          </a:xfrm>
          <a:prstGeom prst="roundRect">
            <a:avLst>
              <a:gd name="adj" fmla="val 8421"/>
            </a:avLst>
          </a:prstGeom>
          <a:solidFill>
            <a:srgbClr val="065A82">
              <a:alpha val="7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7178040" y="38862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FD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178040" y="4197096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Hacking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949440" y="4846320"/>
            <a:ext cx="4663440" cy="868680"/>
          </a:xfrm>
          <a:prstGeom prst="roundRect">
            <a:avLst>
              <a:gd name="adj" fmla="val 8421"/>
            </a:avLst>
          </a:prstGeom>
          <a:solidFill>
            <a:srgbClr val="065A82">
              <a:alpha val="7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7178040" y="49377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FD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178040" y="5248656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AICTE-backed Internship Credential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Hacking — AICTE-EduSkills Virtual Internship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4.3 – 4.4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Objectives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20640" cy="4480560"/>
          </a:xfrm>
          <a:prstGeom prst="roundRect">
            <a:avLst>
              <a:gd name="adj" fmla="val 1633"/>
            </a:avLst>
          </a:prstGeom>
          <a:solidFill>
            <a:srgbClr val="F2F6F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face growing risk from unpatched vulnerabilities, weak network configurations, social engineering, and poorly tested web applications — many undetected until exploited. This internship addressed how to identify and responsibly assess such risks using standard ethical hacking methodologies.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0" y="160020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Objectives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0" y="2157984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0" y="215798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55080" y="2084832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purpose, legality &amp; scope of ethical hacking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943600" y="281635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0" y="28163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55080" y="274320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core cybersecurity principles &amp; threat types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943600" y="3474720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0" y="347472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55080" y="3401568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social engineering attacks (phishing, impersonation)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943600" y="4133088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0" y="413308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55080" y="4059936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malware types, behaviour and impact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943600" y="4791456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0" y="479145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55080" y="4718304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hands-on familiarity with Kali Linux tools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943600" y="5449824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0" y="54498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55080" y="5376672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basic vulnerability assessment &amp; pen testing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Hacking — AICTE-EduSkills Virtual Internship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4.5 – 4.6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Scope, Tools &amp; Technologies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109960" cy="1371600"/>
          </a:xfrm>
          <a:prstGeom prst="roundRect">
            <a:avLst>
              <a:gd name="adj" fmla="val 5333"/>
            </a:avLst>
          </a:prstGeom>
          <a:solidFill>
            <a:srgbClr val="F2F6F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5564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to a controlled, educational lab environment using Kali Linux on sample web applications — covering reconnaissance through basic penetration testing, in line with responsible and ethical practice (no live third-party systems tested).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246120"/>
            <a:ext cx="3566160" cy="1298448"/>
          </a:xfrm>
          <a:prstGeom prst="roundRect">
            <a:avLst>
              <a:gd name="adj" fmla="val 5634"/>
            </a:avLst>
          </a:prstGeom>
          <a:solidFill>
            <a:srgbClr val="21295C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344728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95935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 Linux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42519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F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operating system for security testing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15968" y="3246120"/>
            <a:ext cx="3566160" cy="1298448"/>
          </a:xfrm>
          <a:prstGeom prst="roundRect">
            <a:avLst>
              <a:gd name="adj" fmla="val 5634"/>
            </a:avLst>
          </a:prstGeom>
          <a:solidFill>
            <a:srgbClr val="21295C"/>
          </a:solidFill>
          <a:ln/>
        </p:spPr>
      </p:sp>
      <p:sp>
        <p:nvSpPr>
          <p:cNvPr id="12" name="Shape 10"/>
          <p:cNvSpPr/>
          <p:nvPr/>
        </p:nvSpPr>
        <p:spPr>
          <a:xfrm>
            <a:off x="4544568" y="344728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4544568" y="395935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44568" y="42519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F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reconnaissance &amp; scanning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083296" y="3246120"/>
            <a:ext cx="3566160" cy="1298448"/>
          </a:xfrm>
          <a:prstGeom prst="roundRect">
            <a:avLst>
              <a:gd name="adj" fmla="val 5634"/>
            </a:avLst>
          </a:prstGeom>
          <a:solidFill>
            <a:srgbClr val="21295C"/>
          </a:solidFill>
          <a:ln/>
        </p:spPr>
      </p:sp>
      <p:sp>
        <p:nvSpPr>
          <p:cNvPr id="16" name="Shape 14"/>
          <p:cNvSpPr/>
          <p:nvPr/>
        </p:nvSpPr>
        <p:spPr>
          <a:xfrm>
            <a:off x="8311896" y="344728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8311896" y="395935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Burp Suite / OWASP tools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311896" y="42519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F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vulnerability assessment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4709160"/>
            <a:ext cx="3566160" cy="1298448"/>
          </a:xfrm>
          <a:prstGeom prst="roundRect">
            <a:avLst>
              <a:gd name="adj" fmla="val 5634"/>
            </a:avLst>
          </a:prstGeom>
          <a:solidFill>
            <a:srgbClr val="21295C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491032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42239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TCP/IP, DNS, HTTP(S)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77240" y="57150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F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fundamentals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315968" y="4709160"/>
            <a:ext cx="3566160" cy="1298448"/>
          </a:xfrm>
          <a:prstGeom prst="roundRect">
            <a:avLst>
              <a:gd name="adj" fmla="val 5634"/>
            </a:avLst>
          </a:prstGeom>
          <a:solidFill>
            <a:srgbClr val="21295C"/>
          </a:solidFill>
          <a:ln/>
        </p:spPr>
      </p:sp>
      <p:sp>
        <p:nvSpPr>
          <p:cNvPr id="24" name="Shape 22"/>
          <p:cNvSpPr/>
          <p:nvPr/>
        </p:nvSpPr>
        <p:spPr>
          <a:xfrm>
            <a:off x="4544568" y="491032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4544568" y="542239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CLI &amp; scripting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44568" y="57150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F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Command-line operations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083296" y="4709160"/>
            <a:ext cx="3566160" cy="1298448"/>
          </a:xfrm>
          <a:prstGeom prst="roundRect">
            <a:avLst>
              <a:gd name="adj" fmla="val 5634"/>
            </a:avLst>
          </a:prstGeom>
          <a:solidFill>
            <a:srgbClr val="21295C"/>
          </a:solidFill>
          <a:ln/>
        </p:spPr>
      </p:sp>
      <p:sp>
        <p:nvSpPr>
          <p:cNvPr id="28" name="Shape 26"/>
          <p:cNvSpPr/>
          <p:nvPr/>
        </p:nvSpPr>
        <p:spPr>
          <a:xfrm>
            <a:off x="8311896" y="491032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9" name="Text 27"/>
          <p:cNvSpPr/>
          <p:nvPr/>
        </p:nvSpPr>
        <p:spPr>
          <a:xfrm>
            <a:off x="8311896" y="542239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Engineering &amp; Malware concepts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311896" y="57150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F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awareness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Hacking — AICTE-EduSkills Virtual Internship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4.8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— Week-wise Structure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96112" y="3273552"/>
            <a:ext cx="9921240" cy="0"/>
          </a:xfrm>
          <a:prstGeom prst="line">
            <a:avLst/>
          </a:prstGeom>
          <a:noFill/>
          <a:ln w="38100">
            <a:solidFill>
              <a:srgbClr val="CFE8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3017520"/>
            <a:ext cx="512064" cy="512064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0175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965960"/>
            <a:ext cx="1188720" cy="868680"/>
          </a:xfrm>
          <a:prstGeom prst="roundRect">
            <a:avLst>
              <a:gd name="adj" fmla="val 6316"/>
            </a:avLst>
          </a:prstGeom>
          <a:solidFill>
            <a:srgbClr val="F2F6F8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965960"/>
            <a:ext cx="1188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to Ethical Hacking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57400" y="3017520"/>
            <a:ext cx="512064" cy="512064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57400" y="30175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737360" y="3703320"/>
            <a:ext cx="1188720" cy="868680"/>
          </a:xfrm>
          <a:prstGeom prst="roundRect">
            <a:avLst>
              <a:gd name="adj" fmla="val 6316"/>
            </a:avLst>
          </a:prstGeom>
          <a:solidFill>
            <a:srgbClr val="F2F6F8"/>
          </a:solidFill>
          <a:ln/>
        </p:spPr>
      </p:sp>
      <p:sp>
        <p:nvSpPr>
          <p:cNvPr id="12" name="Text 10"/>
          <p:cNvSpPr/>
          <p:nvPr/>
        </p:nvSpPr>
        <p:spPr>
          <a:xfrm>
            <a:off x="1737360" y="3703320"/>
            <a:ext cx="1188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Security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474720" y="3017520"/>
            <a:ext cx="512064" cy="512064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30175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154680" y="1965960"/>
            <a:ext cx="1188720" cy="868680"/>
          </a:xfrm>
          <a:prstGeom prst="roundRect">
            <a:avLst>
              <a:gd name="adj" fmla="val 6316"/>
            </a:avLst>
          </a:prstGeom>
          <a:solidFill>
            <a:srgbClr val="F2F6F8"/>
          </a:solidFill>
          <a:ln/>
        </p:spPr>
      </p:sp>
      <p:sp>
        <p:nvSpPr>
          <p:cNvPr id="16" name="Text 14"/>
          <p:cNvSpPr/>
          <p:nvPr/>
        </p:nvSpPr>
        <p:spPr>
          <a:xfrm>
            <a:off x="3154680" y="1965960"/>
            <a:ext cx="1188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Engineering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892040" y="3017520"/>
            <a:ext cx="512064" cy="512064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30175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0" y="3703320"/>
            <a:ext cx="1188720" cy="868680"/>
          </a:xfrm>
          <a:prstGeom prst="roundRect">
            <a:avLst>
              <a:gd name="adj" fmla="val 6316"/>
            </a:avLst>
          </a:prstGeom>
          <a:solidFill>
            <a:srgbClr val="F2F6F8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0" y="3703320"/>
            <a:ext cx="1188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&amp; Types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309360" y="3017520"/>
            <a:ext cx="512064" cy="512064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30175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989320" y="1965960"/>
            <a:ext cx="1188720" cy="868680"/>
          </a:xfrm>
          <a:prstGeom prst="roundRect">
            <a:avLst>
              <a:gd name="adj" fmla="val 6316"/>
            </a:avLst>
          </a:prstGeom>
          <a:solidFill>
            <a:srgbClr val="F2F6F8"/>
          </a:solidFill>
          <a:ln/>
        </p:spPr>
      </p:sp>
      <p:sp>
        <p:nvSpPr>
          <p:cNvPr id="24" name="Text 22"/>
          <p:cNvSpPr/>
          <p:nvPr/>
        </p:nvSpPr>
        <p:spPr>
          <a:xfrm>
            <a:off x="5989320" y="1965960"/>
            <a:ext cx="1188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Essentials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726680" y="3017520"/>
            <a:ext cx="512064" cy="512064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26680" y="30175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406640" y="3703320"/>
            <a:ext cx="1188720" cy="868680"/>
          </a:xfrm>
          <a:prstGeom prst="roundRect">
            <a:avLst>
              <a:gd name="adj" fmla="val 6316"/>
            </a:avLst>
          </a:prstGeom>
          <a:solidFill>
            <a:srgbClr val="F2F6F8"/>
          </a:solidFill>
          <a:ln/>
        </p:spPr>
      </p:sp>
      <p:sp>
        <p:nvSpPr>
          <p:cNvPr id="28" name="Text 26"/>
          <p:cNvSpPr/>
          <p:nvPr/>
        </p:nvSpPr>
        <p:spPr>
          <a:xfrm>
            <a:off x="7406640" y="3703320"/>
            <a:ext cx="1188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to Kali Linux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9144000" y="3017520"/>
            <a:ext cx="512064" cy="512064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0" y="30175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823960" y="1965960"/>
            <a:ext cx="1188720" cy="868680"/>
          </a:xfrm>
          <a:prstGeom prst="roundRect">
            <a:avLst>
              <a:gd name="adj" fmla="val 6316"/>
            </a:avLst>
          </a:prstGeom>
          <a:solidFill>
            <a:srgbClr val="F2F6F8"/>
          </a:solidFill>
          <a:ln/>
        </p:spPr>
      </p:sp>
      <p:sp>
        <p:nvSpPr>
          <p:cNvPr id="32" name="Text 30"/>
          <p:cNvSpPr/>
          <p:nvPr/>
        </p:nvSpPr>
        <p:spPr>
          <a:xfrm>
            <a:off x="8823960" y="1965960"/>
            <a:ext cx="1188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Vulnerability Assessment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0561320" y="3017520"/>
            <a:ext cx="512064" cy="512064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561320" y="30175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10241280" y="3703320"/>
            <a:ext cx="1188720" cy="868680"/>
          </a:xfrm>
          <a:prstGeom prst="roundRect">
            <a:avLst>
              <a:gd name="adj" fmla="val 6316"/>
            </a:avLst>
          </a:prstGeom>
          <a:solidFill>
            <a:srgbClr val="F2F6F8"/>
          </a:solidFill>
          <a:ln/>
        </p:spPr>
      </p:sp>
      <p:sp>
        <p:nvSpPr>
          <p:cNvPr id="36" name="Text 34"/>
          <p:cNvSpPr/>
          <p:nvPr/>
        </p:nvSpPr>
        <p:spPr>
          <a:xfrm>
            <a:off x="10241280" y="3703320"/>
            <a:ext cx="1188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Penetration Testing + Capstone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40080" y="58064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week combined self-paced modules with a weekly assessment; select weeks required project documentation. The program closed with a Final Assessment Test and Capstone Project.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Hacking — AICTE-EduSkills Virtual Internship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4.7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— Testing Workflow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2084832" cy="3108960"/>
          </a:xfrm>
          <a:prstGeom prst="roundRect">
            <a:avLst>
              <a:gd name="adj" fmla="val 3509"/>
            </a:avLst>
          </a:prstGeom>
          <a:solidFill>
            <a:srgbClr val="21295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560320"/>
            <a:ext cx="1719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3246120"/>
            <a:ext cx="1719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Reconnaissance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31520" y="3886200"/>
            <a:ext cx="171907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9D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information about the target web application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633472" y="365760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70632" y="2377440"/>
            <a:ext cx="2084832" cy="3108960"/>
          </a:xfrm>
          <a:prstGeom prst="roundRect">
            <a:avLst>
              <a:gd name="adj" fmla="val 3509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2953512" y="2560320"/>
            <a:ext cx="1719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953512" y="3246120"/>
            <a:ext cx="1719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Scanning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953512" y="3886200"/>
            <a:ext cx="171907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9D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open ports, services &amp; technologies in use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55464" y="365760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992624" y="2377440"/>
            <a:ext cx="2084832" cy="3108960"/>
          </a:xfrm>
          <a:prstGeom prst="roundRect">
            <a:avLst>
              <a:gd name="adj" fmla="val 3509"/>
            </a:avLst>
          </a:prstGeom>
          <a:solidFill>
            <a:srgbClr val="21295C"/>
          </a:solidFill>
          <a:ln/>
        </p:spPr>
      </p:sp>
      <p:sp>
        <p:nvSpPr>
          <p:cNvPr id="15" name="Text 13"/>
          <p:cNvSpPr/>
          <p:nvPr/>
        </p:nvSpPr>
        <p:spPr>
          <a:xfrm>
            <a:off x="5175504" y="2560320"/>
            <a:ext cx="1719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175504" y="3246120"/>
            <a:ext cx="1719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Assessment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175504" y="3886200"/>
            <a:ext cx="171907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9D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the app against common vulnerability classes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077456" y="365760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214616" y="2377440"/>
            <a:ext cx="2084832" cy="3108960"/>
          </a:xfrm>
          <a:prstGeom prst="roundRect">
            <a:avLst>
              <a:gd name="adj" fmla="val 3509"/>
            </a:avLst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7397496" y="2560320"/>
            <a:ext cx="1719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397496" y="3246120"/>
            <a:ext cx="1719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Exploitation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397496" y="3886200"/>
            <a:ext cx="171907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9D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identified vulnerabilities in a lab setting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299448" y="365760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436608" y="2377440"/>
            <a:ext cx="2084832" cy="3108960"/>
          </a:xfrm>
          <a:prstGeom prst="roundRect">
            <a:avLst>
              <a:gd name="adj" fmla="val 3509"/>
            </a:avLst>
          </a:prstGeom>
          <a:solidFill>
            <a:srgbClr val="21295C"/>
          </a:solidFill>
          <a:ln/>
        </p:spPr>
      </p:sp>
      <p:sp>
        <p:nvSpPr>
          <p:cNvPr id="25" name="Text 23"/>
          <p:cNvSpPr/>
          <p:nvPr/>
        </p:nvSpPr>
        <p:spPr>
          <a:xfrm>
            <a:off x="9619488" y="2560320"/>
            <a:ext cx="1719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9619488" y="3246120"/>
            <a:ext cx="1719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9619488" y="3886200"/>
            <a:ext cx="171907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9D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findings and recommended remediations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57150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five-phase workflow mirrors the standard process used in professional penetration-testing engagements.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Hacking — AICTE-EduSkills Virtual Internship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FD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4.9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Outcomes &amp; Key Learnings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257800" cy="1188720"/>
          </a:xfrm>
          <a:prstGeom prst="roundRect">
            <a:avLst>
              <a:gd name="adj" fmla="val 6154"/>
            </a:avLst>
          </a:prstGeom>
          <a:solidFill>
            <a:srgbClr val="065A82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92024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20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5880" y="1865376"/>
            <a:ext cx="43434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understanding of ethical hacking principles &amp; professional conduct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737360"/>
            <a:ext cx="5257800" cy="1188720"/>
          </a:xfrm>
          <a:prstGeom prst="roundRect">
            <a:avLst>
              <a:gd name="adj" fmla="val 6154"/>
            </a:avLst>
          </a:prstGeom>
          <a:solidFill>
            <a:srgbClr val="065A82">
              <a:alpha val="7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355080" y="192024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1920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49440" y="1865376"/>
            <a:ext cx="43434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 to identify common web-application vulnerability categories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154680"/>
            <a:ext cx="5257800" cy="1188720"/>
          </a:xfrm>
          <a:prstGeom prst="roundRect">
            <a:avLst>
              <a:gd name="adj" fmla="val 6154"/>
            </a:avLst>
          </a:prstGeom>
          <a:solidFill>
            <a:srgbClr val="065A82">
              <a:alpha val="7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333756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337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25880" y="3282696"/>
            <a:ext cx="43434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familiarity with Kali Linux and core security-testing tools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72200" y="3154680"/>
            <a:ext cx="5257800" cy="1188720"/>
          </a:xfrm>
          <a:prstGeom prst="roundRect">
            <a:avLst>
              <a:gd name="adj" fmla="val 6154"/>
            </a:avLst>
          </a:prstGeom>
          <a:solidFill>
            <a:srgbClr val="065A82">
              <a:alpha val="7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355080" y="333756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6355080" y="3337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949440" y="3282696"/>
            <a:ext cx="43434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grasp of networking fundamentals as they relate to security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572000"/>
            <a:ext cx="5257800" cy="1188720"/>
          </a:xfrm>
          <a:prstGeom prst="roundRect">
            <a:avLst>
              <a:gd name="adj" fmla="val 6154"/>
            </a:avLst>
          </a:prstGeom>
          <a:solidFill>
            <a:srgbClr val="065A82">
              <a:alpha val="7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731520" y="475488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4754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25880" y="4700016"/>
            <a:ext cx="43434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 to recognize and respond to social engineering attempts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72200" y="4572000"/>
            <a:ext cx="5257800" cy="1188720"/>
          </a:xfrm>
          <a:prstGeom prst="roundRect">
            <a:avLst>
              <a:gd name="adj" fmla="val 6154"/>
            </a:avLst>
          </a:prstGeom>
          <a:solidFill>
            <a:srgbClr val="065A82">
              <a:alpha val="7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355080" y="475488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6355080" y="4754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949440" y="4700016"/>
            <a:ext cx="43434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completed capstone project applying vulnerability assessment skills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Hacking — AICTE-EduSkills Virtual Internship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4.10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 of Completion</a:t>
            </a:r>
            <a:endParaRPr lang="en-US" sz="3200" dirty="0"/>
          </a:p>
        </p:txBody>
      </p:sp>
      <p:pic>
        <p:nvPicPr>
          <p:cNvPr id="4" name="Image 0" descr="certimg-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4560" y="1600200"/>
            <a:ext cx="7772400" cy="457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Hacking — AICTE-EduSkills Virtual Internship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4114800"/>
            <a:ext cx="5029200" cy="5029200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2286000"/>
            <a:ext cx="4572000" cy="45720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74320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22960" y="36118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F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Amanul Haque  |  B.Tech CSE (Cyber Security)  |  IILM University, Greater Noida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2026-08-27T05:58:00Z</dcterms:created>
  <dcterms:modified xsi:type="dcterms:W3CDTF">2026-08-27T05:58:00Z</dcterms:modified>
</cp:coreProperties>
</file>